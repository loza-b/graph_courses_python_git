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First Quarto Doc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Loza Biru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World</a:t>
            </a:r>
          </a:p>
          <a:p>
            <a:pPr lvl="0" indent="0" marL="0">
              <a:buNone/>
            </a:pPr>
            <a:r>
              <a:rPr/>
              <a:t>::: {.cell execution_count=1}</a:t>
            </a:r>
          </a:p>
          <a:p>
            <a:pPr lvl="0" indent="0" marL="0">
              <a:buNone/>
            </a:pPr>
            <a:r>
              <a:rPr/>
              <a:t>::: {.cell-output .cell-output-display execution_count=1} </a:t>
            </a:r>
            <a:r>
              <a:rPr>
                <a:latin typeface="Courier"/>
              </a:rPr>
              <a:t>4</a:t>
            </a:r>
            <a:r>
              <a:rPr/>
              <a:t> ::: :::</a:t>
            </a:r>
          </a:p>
          <a:p>
            <a:pPr lvl="0" indent="0" marL="0">
              <a:buNone/>
            </a:pPr>
            <a:r>
              <a:rPr/>
              <a:t>::: {.cell execution_count=2}</a:t>
            </a:r>
          </a:p>
          <a:p>
            <a:pPr lvl="0" indent="0" marL="0">
              <a:buNone/>
            </a:pPr>
            <a:r>
              <a:rPr/>
              <a:t>::: {.cell-output .cell-output-stdout} </a:t>
            </a:r>
            <a:r>
              <a:rPr>
                <a:latin typeface="Courier"/>
              </a:rPr>
              <a:t>1  2  3</a:t>
            </a:r>
            <a:r>
              <a:rPr/>
              <a:t> :::</a:t>
            </a:r>
          </a:p>
          <a:p>
            <a:pPr lvl="0" indent="0" marL="0">
              <a:buNone/>
            </a:pPr>
            <a:r>
              <a:rPr/>
              <a:t>::: {.cell-output .cell-output-display execution_count=2} </a:t>
            </a:r>
            <a:r>
              <a:rPr>
                <a:latin typeface="Courier"/>
              </a:rPr>
              <a:t>16</a:t>
            </a:r>
            <a:r>
              <a:rPr/>
              <a:t> ::: :::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First Quarto Doc</dc:title>
  <dc:creator>Loza Biru</dc:creator>
  <cp:keywords/>
  <dcterms:created xsi:type="dcterms:W3CDTF">2025-10-27T12:10:43Z</dcterms:created>
  <dcterms:modified xsi:type="dcterms:W3CDTF">2025-10-27T12:10:43Z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